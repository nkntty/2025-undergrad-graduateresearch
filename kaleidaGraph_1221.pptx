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32A29F-ED0F-17F0-20A7-14396F375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B2AA1E5-8CC6-62EA-7956-02D83D1D1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8F896E-4573-2512-E128-0842E2043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6631-E23E-4820-B0A4-778FA29E6DAD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302C40-69CF-2BD2-DBE9-2480AD78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5A8E12-6304-C5E2-8940-5E558A8F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F5DF6-7D47-42E5-8E64-5329990B2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1970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49F4BD-0D38-F3C2-8542-AAEB92985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143D0F-4372-F928-78D7-07DAC5C73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23DDC4-AB84-201C-B7F4-E9D033ED5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6631-E23E-4820-B0A4-778FA29E6DAD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E65961-21D4-D2A4-5037-730B4393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5E88A5-1EAD-E5CB-897A-5C33ABFD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F5DF6-7D47-42E5-8E64-5329990B2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9934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591450-E8B5-6981-68A1-6860F5DB6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A3DEEF-841D-E8C7-1E7F-A78D01799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5FF246-1CFB-CAC7-A5FC-0161DB5E6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6631-E23E-4820-B0A4-778FA29E6DAD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8A3F5B-61A8-D1EE-A243-FC51CDE7B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9CA122-30CC-D31C-DFB2-502291AC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F5DF6-7D47-42E5-8E64-5329990B2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1993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B4165-81FB-087C-7B73-CDAC58163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FEFA1B-7777-E4C0-5ABA-B5332D2E7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008B21-32EE-2913-4C1E-672DBA4FD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CC19B1-0F57-A274-3B4B-8ADF95894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6631-E23E-4820-B0A4-778FA29E6DAD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37810D-81D1-AA0A-22FB-87F2145C3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664951-62D8-C7FC-2C1E-286C59AB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F5DF6-7D47-42E5-8E64-5329990B2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918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FDB692-F2E3-5226-CB39-E675B9DC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96C870-B6DB-5896-706A-BEDC4A3F3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569717-5FB9-686C-01B3-85FACF0E4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4B206D5-12B1-BA7D-BEF5-55E1A8E49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A677FAB-F43A-CB65-8F06-CF0C1A632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D801AE1-6E29-E1E9-8ACF-B7CE6D3C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6631-E23E-4820-B0A4-778FA29E6DAD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FACF484-A8DD-4238-7384-011DE0533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8925777-BAC0-A656-84B9-3C4938DF1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F5DF6-7D47-42E5-8E64-5329990B2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2209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AACBAB-ECED-BAF7-6625-FC21A4932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2DB869D-6A60-585D-0813-A970056D0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6631-E23E-4820-B0A4-778FA29E6DAD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1C5C960-3899-01E4-B3E1-92B0A07B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0039752-782B-4C7F-A02B-BBCD42A6B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F5DF6-7D47-42E5-8E64-5329990B2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69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DB25CA9-EBFD-9F12-6858-F1C6B700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6631-E23E-4820-B0A4-778FA29E6DAD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9BC167D-6B84-2A99-A0B1-AF899B804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FA6A5BF-9271-E000-7279-28630B69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F5DF6-7D47-42E5-8E64-5329990B2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716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8A98EC-D4AD-D628-3576-2AA56E654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5396B8-4206-D937-ABD0-228795FFC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82A5C7-825A-2060-9271-03447AA14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86866F-6863-C94B-2805-ED483A8FC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6631-E23E-4820-B0A4-778FA29E6DAD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22CB93-33EF-9977-D046-473BD5210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5C2F2D-DDE3-2D45-F220-A7388A8D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F5DF6-7D47-42E5-8E64-5329990B2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853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79C109-02E7-527D-0E58-450622EAD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724049C-D1C9-7E66-2F75-160A67B34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8E8568-63A8-4F15-D3BA-50B9938EA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C3DBEE-D6A4-07ED-492E-32DA2B729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6631-E23E-4820-B0A4-778FA29E6DAD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FC395F-0633-ED6D-5B6C-36E775FDB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47FFBF-16CE-B4F0-D4F7-BAC98F62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F5DF6-7D47-42E5-8E64-5329990B2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551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1E9294-7FA3-9BBE-C1A0-86B1E2AF3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019759-A887-BB31-1AE5-5993F1841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096315-93BF-09E1-8F06-FF282459C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6631-E23E-4820-B0A4-778FA29E6DAD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760B56-2123-AAED-A4A1-5A530A97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F4AF1D-F0DD-4AD3-8AB5-EC954339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F5DF6-7D47-42E5-8E64-5329990B2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84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4C81D00-A6DF-6ECA-06EA-15B260E26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595E9C-DBA4-435C-5DD8-6458D73BE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F4951E-5262-783B-E6C9-86778A9FB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6631-E23E-4820-B0A4-778FA29E6DAD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66C0F6-232F-D942-8A09-9CAB0495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304BA1-3578-DB4E-7A54-F94D5B19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F5DF6-7D47-42E5-8E64-5329990B2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339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92A416F-33A3-D463-5299-986D544A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49D7F6-FFD0-D8B8-47CC-4E685BBF8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415493-D32B-8830-2DFF-C610158929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4E6631-E23E-4820-B0A4-778FA29E6DAD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18944F-FD48-DD40-9872-11E9E9B848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60B514-DC05-3065-998B-2E63BFB89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8F5DF6-7D47-42E5-8E64-5329990B2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24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8E463908-E330-E237-38C2-09C83C1195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979154"/>
              </p:ext>
            </p:extLst>
          </p:nvPr>
        </p:nvGraphicFramePr>
        <p:xfrm>
          <a:off x="0" y="0"/>
          <a:ext cx="68580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GPlot" r:id="rId2" imgW="6858000" imgH="6095880" progId="KGraph_Plot">
                  <p:embed/>
                </p:oleObj>
              </mc:Choice>
              <mc:Fallback>
                <p:oleObj name="KGPlot" r:id="rId2" imgW="6858000" imgH="6095880" progId="KGraph_Plo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68580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B129505A-772F-E333-9A9E-51821474EE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253070"/>
              </p:ext>
            </p:extLst>
          </p:nvPr>
        </p:nvGraphicFramePr>
        <p:xfrm>
          <a:off x="5776608" y="0"/>
          <a:ext cx="68580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GPlot" r:id="rId4" imgW="6858000" imgH="6095880" progId="KGraph_Plot">
                  <p:embed/>
                </p:oleObj>
              </mc:Choice>
              <mc:Fallback>
                <p:oleObj name="KGPlot" r:id="rId4" imgW="6858000" imgH="6095880" progId="KGraph_Plo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76608" y="0"/>
                        <a:ext cx="68580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8582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>
            <a:extLst>
              <a:ext uri="{FF2B5EF4-FFF2-40B4-BE49-F238E27FC236}">
                <a16:creationId xmlns:a16="http://schemas.microsoft.com/office/drawing/2014/main" id="{3130F3C6-0EA9-8A48-8D72-CBBB862A4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336220"/>
              </p:ext>
            </p:extLst>
          </p:nvPr>
        </p:nvGraphicFramePr>
        <p:xfrm>
          <a:off x="-71718" y="381000"/>
          <a:ext cx="68580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GPlot" r:id="rId2" imgW="6858000" imgH="6095880" progId="KGraph_Plot">
                  <p:embed/>
                </p:oleObj>
              </mc:Choice>
              <mc:Fallback>
                <p:oleObj name="KGPlot" r:id="rId2" imgW="6858000" imgH="6095880" progId="KGraph_Plo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71718" y="381000"/>
                        <a:ext cx="68580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B2AAED0D-6A91-F497-54E7-727F340A5D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559951"/>
              </p:ext>
            </p:extLst>
          </p:nvPr>
        </p:nvGraphicFramePr>
        <p:xfrm>
          <a:off x="5746462" y="381000"/>
          <a:ext cx="68580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GPlot" r:id="rId4" imgW="6858000" imgH="6095880" progId="KGraph_Plot">
                  <p:embed/>
                </p:oleObj>
              </mc:Choice>
              <mc:Fallback>
                <p:oleObj name="KGPlot" r:id="rId4" imgW="6858000" imgH="6095880" progId="KGraph_Plo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46462" y="381000"/>
                        <a:ext cx="68580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6163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>
            <a:extLst>
              <a:ext uri="{FF2B5EF4-FFF2-40B4-BE49-F238E27FC236}">
                <a16:creationId xmlns:a16="http://schemas.microsoft.com/office/drawing/2014/main" id="{26A2D6A3-2DFC-1EAF-EEAC-D4E5B1DF09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533613"/>
              </p:ext>
            </p:extLst>
          </p:nvPr>
        </p:nvGraphicFramePr>
        <p:xfrm>
          <a:off x="0" y="381000"/>
          <a:ext cx="68580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GPlot" r:id="rId2" imgW="6858000" imgH="6095880" progId="KGraph_Plot">
                  <p:embed/>
                </p:oleObj>
              </mc:Choice>
              <mc:Fallback>
                <p:oleObj name="KGPlot" r:id="rId2" imgW="6858000" imgH="6095880" progId="KGraph_Plo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381000"/>
                        <a:ext cx="68580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84B64F06-EC2D-7EED-212E-6A8AA15AE7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647404"/>
              </p:ext>
            </p:extLst>
          </p:nvPr>
        </p:nvGraphicFramePr>
        <p:xfrm>
          <a:off x="5851943" y="381000"/>
          <a:ext cx="68580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GPlot" r:id="rId4" imgW="6858000" imgH="6095880" progId="KGraph_Plot">
                  <p:embed/>
                </p:oleObj>
              </mc:Choice>
              <mc:Fallback>
                <p:oleObj name="KGPlot" r:id="rId4" imgW="6858000" imgH="6095880" progId="KGraph_Plo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51943" y="381000"/>
                        <a:ext cx="68580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9132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>
            <a:extLst>
              <a:ext uri="{FF2B5EF4-FFF2-40B4-BE49-F238E27FC236}">
                <a16:creationId xmlns:a16="http://schemas.microsoft.com/office/drawing/2014/main" id="{D3701749-4698-D97A-AEB7-FE723E30B1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324287"/>
              </p:ext>
            </p:extLst>
          </p:nvPr>
        </p:nvGraphicFramePr>
        <p:xfrm>
          <a:off x="0" y="381000"/>
          <a:ext cx="68580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GPlot" r:id="rId2" imgW="6858000" imgH="6095880" progId="KGraph_Plot">
                  <p:embed/>
                </p:oleObj>
              </mc:Choice>
              <mc:Fallback>
                <p:oleObj name="KGPlot" r:id="rId2" imgW="6858000" imgH="6095880" progId="KGraph_Plo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381000"/>
                        <a:ext cx="68580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25A36BBF-234C-D9BC-22EA-871026FABF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933827"/>
              </p:ext>
            </p:extLst>
          </p:nvPr>
        </p:nvGraphicFramePr>
        <p:xfrm>
          <a:off x="5787106" y="381000"/>
          <a:ext cx="68580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GPlot" r:id="rId4" imgW="6858000" imgH="6095880" progId="KGraph_Plot">
                  <p:embed/>
                </p:oleObj>
              </mc:Choice>
              <mc:Fallback>
                <p:oleObj name="KGPlot" r:id="rId4" imgW="6858000" imgH="6095880" progId="KGraph_Plo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87106" y="381000"/>
                        <a:ext cx="68580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1490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>
            <a:extLst>
              <a:ext uri="{FF2B5EF4-FFF2-40B4-BE49-F238E27FC236}">
                <a16:creationId xmlns:a16="http://schemas.microsoft.com/office/drawing/2014/main" id="{38B93475-65C4-F1DB-CFD7-9778F612C3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901022"/>
              </p:ext>
            </p:extLst>
          </p:nvPr>
        </p:nvGraphicFramePr>
        <p:xfrm>
          <a:off x="0" y="381000"/>
          <a:ext cx="68580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GPlot" r:id="rId2" imgW="6858000" imgH="6095880" progId="KGraph_Plot">
                  <p:embed/>
                </p:oleObj>
              </mc:Choice>
              <mc:Fallback>
                <p:oleObj name="KGPlot" r:id="rId2" imgW="6858000" imgH="6095880" progId="KGraph_Plo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381000"/>
                        <a:ext cx="68580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39EDA99C-7E1A-72BE-4F21-5A9A09032C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226027"/>
              </p:ext>
            </p:extLst>
          </p:nvPr>
        </p:nvGraphicFramePr>
        <p:xfrm>
          <a:off x="5819023" y="381000"/>
          <a:ext cx="68580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GPlot" r:id="rId4" imgW="6858000" imgH="6095880" progId="KGraph_Plot">
                  <p:embed/>
                </p:oleObj>
              </mc:Choice>
              <mc:Fallback>
                <p:oleObj name="KGPlot" r:id="rId4" imgW="6858000" imgH="6095880" progId="KGraph_Plo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19023" y="381000"/>
                        <a:ext cx="68580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000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>
            <a:extLst>
              <a:ext uri="{FF2B5EF4-FFF2-40B4-BE49-F238E27FC236}">
                <a16:creationId xmlns:a16="http://schemas.microsoft.com/office/drawing/2014/main" id="{BF28BCCC-E820-BDAA-C50D-76942AA56A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813959"/>
              </p:ext>
            </p:extLst>
          </p:nvPr>
        </p:nvGraphicFramePr>
        <p:xfrm>
          <a:off x="-228098" y="381000"/>
          <a:ext cx="68580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GPlot" r:id="rId2" imgW="6858000" imgH="6095880" progId="KGraph_Plot">
                  <p:embed/>
                </p:oleObj>
              </mc:Choice>
              <mc:Fallback>
                <p:oleObj name="KGPlot" r:id="rId2" imgW="6858000" imgH="6095880" progId="KGraph_Plo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228098" y="381000"/>
                        <a:ext cx="68580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7A776682-8688-CADC-E659-B6D5E635A2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655903"/>
              </p:ext>
            </p:extLst>
          </p:nvPr>
        </p:nvGraphicFramePr>
        <p:xfrm>
          <a:off x="5739314" y="381000"/>
          <a:ext cx="68580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GPlot" r:id="rId4" imgW="6858000" imgH="6095880" progId="KGraph_Plot">
                  <p:embed/>
                </p:oleObj>
              </mc:Choice>
              <mc:Fallback>
                <p:oleObj name="KGPlot" r:id="rId4" imgW="6858000" imgH="6095880" progId="KGraph_Plo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39314" y="381000"/>
                        <a:ext cx="68580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9577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>
            <a:extLst>
              <a:ext uri="{FF2B5EF4-FFF2-40B4-BE49-F238E27FC236}">
                <a16:creationId xmlns:a16="http://schemas.microsoft.com/office/drawing/2014/main" id="{CE8383E2-DB5A-E635-6E6F-59277F5AB5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040572"/>
              </p:ext>
            </p:extLst>
          </p:nvPr>
        </p:nvGraphicFramePr>
        <p:xfrm>
          <a:off x="220412" y="381000"/>
          <a:ext cx="68580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GPlot" r:id="rId2" imgW="6858000" imgH="6095880" progId="KGraph_Plot">
                  <p:embed/>
                </p:oleObj>
              </mc:Choice>
              <mc:Fallback>
                <p:oleObj name="KGPlot" r:id="rId2" imgW="6858000" imgH="6095880" progId="KGraph_Plo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412" y="381000"/>
                        <a:ext cx="6858000" cy="60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4021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0</Words>
  <Application>Microsoft Office PowerPoint</Application>
  <PresentationFormat>ワイド画面</PresentationFormat>
  <Paragraphs>0</Paragraphs>
  <Slides>7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KaleidaGraph Plot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TAKAHASHI NAOKI</dc:creator>
  <cp:lastModifiedBy>TAKAHASHI NAOKI</cp:lastModifiedBy>
  <cp:revision>8</cp:revision>
  <dcterms:created xsi:type="dcterms:W3CDTF">2024-06-15T05:21:55Z</dcterms:created>
  <dcterms:modified xsi:type="dcterms:W3CDTF">2025-01-23T16:43:49Z</dcterms:modified>
</cp:coreProperties>
</file>